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minutes. Do not open with the commission table — open with what the work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strongest thing about this role is that the research is done. Say it early — every rep they have been has had to prospect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promise a monthly figure. Give the per-contractor number and let them do their own arithmetic against their own closing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straight about the month-three lag is what stops a good rep quitting in week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ask which one they will be, answer it in the interview. Leaving it open is what creates a classification argument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slide. Hand them the SOP deck and the written SOP as the next thing they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FieldQuo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contractors. Show them software that wins them work. Get paid when they stay.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A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job is, what you earn, and how the first month actually goes.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job actually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Outbound, by phone, to small contractors — painters, cabinet makers, roofers, landscapers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find the leads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21992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FieldQuo's own pipeline finds contractors, reads their website and writes you a brief before you dial. You are not scraping directories at 7am.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18211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 a time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3182112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claim a prospect and it is yours. No two reps phone the same business — that is enforced by the product, not by goodwill.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14223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why you are calling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142232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prospect arrives with what they are missing: no online booking, no way to quote, no reviews. You open with their problem, not a script.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10235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and text, from your own number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5102352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number. They ring it back, it reaches you.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earn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7276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three stages, because a signup that never pays is not a sale.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383280" cy="2148840"/>
          </a:xfrm>
          <a:prstGeom prst="rect">
            <a:avLst/>
          </a:prstGeom>
          <a:solidFill>
            <a:srgbClr val="2734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finish payment setup.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383280" cy="2148840"/>
          </a:xfrm>
          <a:prstGeom prst="rect">
            <a:avLst/>
          </a:prstGeom>
          <a:solidFill>
            <a:srgbClr val="2734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cycle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first real payment succeeds.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383280" cy="2148840"/>
          </a:xfrm>
          <a:prstGeom prst="rect">
            <a:avLst/>
          </a:prstGeom>
          <a:solidFill>
            <a:srgbClr val="2734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A4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subscribed 60 days after signing up.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 per contractor who stays. Nothing is clawed back once a stage is paid.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stage is the one worth reading twice: it pays you for selling to somebody who needed it, rather than for closing anybody who answers.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builds 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honest arithmetic — not a promise, and not a best case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per contractor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22199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 for one who stays. Two a week is $1,000 a month; one a day, five days a week, is around $2,500.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18211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60-day stage lags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18211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one pays activation and first cycles only. The retention money for month one arrives in month three.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14223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three is when you are whole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14223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then all three stages are landing together. Plan your first two months around that, not around a headline number.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10235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clawed back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510235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contractor cancels in month four, the three stages you were already paid stay paid.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somebody quotes you a monthly income before you have made a call, they are selling you something.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 are engaged, and how you are paid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before you start, not after your first close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22199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or employee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222199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FieldQuo decides which, and says so before you start. A freelancer invoices and accrues no paid leave; an employee is on payroll and does.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18211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destination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18211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Upwork, PayPal, Interac e-Transfer or a bank transfer. You set it yourself in the portal on day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06908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414223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14223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are released as they are earned, not batched to a month end.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698480" cy="84124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10235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see the ledger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5102352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that has paid, and every one still pending, is on your own screen. You never have to ask what you are owed.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week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993392"/>
            <a:ext cx="402336" cy="402336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201168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invite, sign in, set your pay details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724912"/>
            <a:ext cx="402336" cy="402336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74320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SOP and the objection library — once, properly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456432"/>
            <a:ext cx="402336" cy="402336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347472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one prospect, read all four research layers, and call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87952"/>
            <a:ext cx="402336" cy="402336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87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420624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on two calls, then take twenty of your own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919472"/>
            <a:ext cx="402336" cy="402336"/>
          </a:xfrm>
          <a:prstGeom prst="ellipse">
            <a:avLst/>
          </a:prstGeom>
          <a:solidFill>
            <a:srgbClr val="C8A4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493776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what was said with the team, and adjust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is asked to sell on day one. You are asked to listen on day one.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2026-09-10T02:46:26Z</dcterms:created>
  <dcterms:modified xsi:type="dcterms:W3CDTF">2026-09-10T02:46:26Z</dcterms:modified>
</cp:coreProperties>
</file>